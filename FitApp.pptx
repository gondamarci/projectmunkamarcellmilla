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3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2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6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8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73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2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7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13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2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8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8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6" r:id="rId8"/>
    <p:sldLayoutId id="2147483743" r:id="rId9"/>
    <p:sldLayoutId id="2147483744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A245AC3-2A12-4EC5-90F0-635CC8C2C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2F09B-BB20-4BE5-AB02-3EB3D1DC4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9B4AD-310F-F395-77D0-8ED7C0FD92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6462" r="-1" b="8305"/>
          <a:stretch>
            <a:fillRect/>
          </a:stretch>
        </p:blipFill>
        <p:spPr>
          <a:xfrm>
            <a:off x="20" y="1376"/>
            <a:ext cx="12188932" cy="685662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23DAFF7-4C98-4E0E-8986-198D54B6C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30952" y="0"/>
            <a:ext cx="6858000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BA2F37-388F-4D5A-9ABF-F0ADA6CB8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4352" y="1546522"/>
            <a:ext cx="6327657" cy="400397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AD23D2-6BEF-470D-992C-8B2BC3BF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861296" y="1546522"/>
            <a:ext cx="6327656" cy="401607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4596A22-3A2C-0005-22F9-5A9CF7425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1" y="1828799"/>
            <a:ext cx="5105400" cy="2491199"/>
          </a:xfrm>
        </p:spPr>
        <p:txBody>
          <a:bodyPr anchor="b">
            <a:normAutofit/>
          </a:bodyPr>
          <a:lstStyle/>
          <a:p>
            <a:pPr algn="l"/>
            <a:r>
              <a:rPr lang="hu-HU">
                <a:solidFill>
                  <a:srgbClr val="FFFFFF"/>
                </a:solidFill>
              </a:rPr>
              <a:t>FitApp – Kalóriaszámláló alkalmazás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10516AF-04C8-7AFD-7E62-6AEE34E9F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1" y="4455151"/>
            <a:ext cx="5105400" cy="878849"/>
          </a:xfrm>
        </p:spPr>
        <p:txBody>
          <a:bodyPr anchor="t">
            <a:normAutofit/>
          </a:bodyPr>
          <a:lstStyle/>
          <a:p>
            <a:pPr algn="l"/>
            <a:r>
              <a:rPr lang="hu-HU">
                <a:solidFill>
                  <a:srgbClr val="FFFFFF"/>
                </a:solidFill>
              </a:rPr>
              <a:t>Project dokumentáció</a:t>
            </a:r>
          </a:p>
          <a:p>
            <a:pPr algn="l"/>
            <a:r>
              <a:rPr lang="hu-HU">
                <a:solidFill>
                  <a:srgbClr val="FFFFFF"/>
                </a:solidFill>
              </a:rPr>
              <a:t>Gonda Marcell László, Kónya Milla</a:t>
            </a:r>
          </a:p>
        </p:txBody>
      </p:sp>
    </p:spTree>
    <p:extLst>
      <p:ext uri="{BB962C8B-B14F-4D97-AF65-F5344CB8AC3E}">
        <p14:creationId xmlns:p14="http://schemas.microsoft.com/office/powerpoint/2010/main" val="367232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F0BAE-7769-34BF-8744-99D8DDF3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Project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1848304-F1A9-2FAE-63E9-3694ED5A7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Egészségtudatos életmód támogatása</a:t>
            </a:r>
          </a:p>
          <a:p>
            <a:r>
              <a:rPr lang="hu-HU" dirty="0"/>
              <a:t>A felhasználók jobban átlássák a napi étkezéseiket</a:t>
            </a:r>
          </a:p>
          <a:p>
            <a:r>
              <a:rPr lang="hu-HU" dirty="0"/>
              <a:t>Segítség a tudatosabb kalóriabevitelhez</a:t>
            </a:r>
          </a:p>
          <a:p>
            <a:r>
              <a:rPr lang="hu-HU" dirty="0"/>
              <a:t>Kalóriák nyomon követése</a:t>
            </a:r>
          </a:p>
          <a:p>
            <a:r>
              <a:rPr lang="hu-HU" dirty="0"/>
              <a:t>Elfogyasztott ételek rögzítése</a:t>
            </a:r>
          </a:p>
          <a:p>
            <a:r>
              <a:rPr lang="hu-HU" dirty="0"/>
              <a:t>Automatikus napi összesítés</a:t>
            </a:r>
          </a:p>
        </p:txBody>
      </p:sp>
    </p:spTree>
    <p:extLst>
      <p:ext uri="{BB962C8B-B14F-4D97-AF65-F5344CB8AC3E}">
        <p14:creationId xmlns:p14="http://schemas.microsoft.com/office/powerpoint/2010/main" val="316877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E961EC-8017-998C-46F8-9944DE5E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alkalmazás alapötlete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77F60A-AFD5-0EE5-BE24-D9DAF1F90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Ételek rögzítése</a:t>
            </a:r>
          </a:p>
          <a:p>
            <a:pPr lvl="1"/>
            <a:r>
              <a:rPr lang="hu-HU" dirty="0"/>
              <a:t>A felhasználó kiválasztja az elfogyasztott ételt</a:t>
            </a:r>
          </a:p>
          <a:p>
            <a:pPr lvl="1"/>
            <a:r>
              <a:rPr lang="hu-HU" dirty="0"/>
              <a:t>Az alkalmazás eltárolja az adatokat</a:t>
            </a:r>
          </a:p>
          <a:p>
            <a:r>
              <a:rPr lang="hu-HU" dirty="0"/>
              <a:t>Kalóriák megjelenítése</a:t>
            </a:r>
          </a:p>
          <a:p>
            <a:pPr lvl="1"/>
            <a:r>
              <a:rPr lang="hu-HU" dirty="0"/>
              <a:t>Minden ételhez tartoznak kalóriaértékek és makrók</a:t>
            </a:r>
          </a:p>
          <a:p>
            <a:pPr lvl="1"/>
            <a:r>
              <a:rPr lang="hu-HU" dirty="0"/>
              <a:t>Ez segíti az átláthatóságot</a:t>
            </a:r>
          </a:p>
        </p:txBody>
      </p:sp>
    </p:spTree>
    <p:extLst>
      <p:ext uri="{BB962C8B-B14F-4D97-AF65-F5344CB8AC3E}">
        <p14:creationId xmlns:p14="http://schemas.microsoft.com/office/powerpoint/2010/main" val="153858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DD516F-08FE-7F61-135A-BDA196F5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Project jelenlegi állapota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F8927B-123F-0466-980B-E07898C95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Backend elkészült</a:t>
            </a:r>
          </a:p>
          <a:p>
            <a:pPr lvl="1"/>
            <a:r>
              <a:rPr lang="hu-HU" dirty="0"/>
              <a:t>Adatkezelés és üzleti logika működik</a:t>
            </a:r>
          </a:p>
          <a:p>
            <a:pPr lvl="1"/>
            <a:r>
              <a:rPr lang="hu-HU" dirty="0"/>
              <a:t>Adatbázis terve készen van</a:t>
            </a:r>
          </a:p>
          <a:p>
            <a:r>
              <a:rPr lang="hu-HU" dirty="0"/>
              <a:t>Frontend fejlesztés később</a:t>
            </a:r>
          </a:p>
          <a:p>
            <a:pPr lvl="1"/>
            <a:r>
              <a:rPr lang="hu-HU" dirty="0"/>
              <a:t>Jelenleg nincs grafikus felület</a:t>
            </a:r>
          </a:p>
          <a:p>
            <a:pPr lvl="1"/>
            <a:r>
              <a:rPr lang="hu-HU" dirty="0" err="1"/>
              <a:t>React</a:t>
            </a:r>
            <a:r>
              <a:rPr lang="hu-HU" dirty="0"/>
              <a:t> alapú megoldás van tervben</a:t>
            </a:r>
          </a:p>
        </p:txBody>
      </p:sp>
    </p:spTree>
    <p:extLst>
      <p:ext uri="{BB962C8B-B14F-4D97-AF65-F5344CB8AC3E}">
        <p14:creationId xmlns:p14="http://schemas.microsoft.com/office/powerpoint/2010/main" val="204544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427A85-C304-E1B9-93E2-7316E2C1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039760-E194-4BD5-A1E4-CCF67A371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Backend technológiák</a:t>
            </a:r>
          </a:p>
          <a:p>
            <a:pPr lvl="1"/>
            <a:r>
              <a:rPr lang="hu-HU" dirty="0"/>
              <a:t>C# a szerveroldali logikához</a:t>
            </a:r>
          </a:p>
          <a:p>
            <a:pPr lvl="1"/>
            <a:r>
              <a:rPr lang="hu-HU" dirty="0" err="1"/>
              <a:t>Laravel</a:t>
            </a:r>
            <a:r>
              <a:rPr lang="hu-HU" dirty="0"/>
              <a:t> az API-k kialakításához</a:t>
            </a:r>
          </a:p>
          <a:p>
            <a:r>
              <a:rPr lang="hu-HU" dirty="0"/>
              <a:t>Frontend technológiák</a:t>
            </a:r>
          </a:p>
          <a:p>
            <a:pPr lvl="1"/>
            <a:r>
              <a:rPr lang="hu-HU" dirty="0" err="1"/>
              <a:t>Javascript</a:t>
            </a:r>
            <a:r>
              <a:rPr lang="hu-HU" dirty="0"/>
              <a:t> az API kommunikációhoz</a:t>
            </a:r>
          </a:p>
          <a:p>
            <a:pPr lvl="1"/>
            <a:r>
              <a:rPr lang="hu-HU" dirty="0" err="1"/>
              <a:t>React</a:t>
            </a:r>
            <a:r>
              <a:rPr lang="hu-HU" dirty="0"/>
              <a:t> a későbbi felületekhez</a:t>
            </a:r>
          </a:p>
        </p:txBody>
      </p:sp>
    </p:spTree>
    <p:extLst>
      <p:ext uri="{BB962C8B-B14F-4D97-AF65-F5344CB8AC3E}">
        <p14:creationId xmlns:p14="http://schemas.microsoft.com/office/powerpoint/2010/main" val="173773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483872-8CB4-DA88-FDB4-B3AD12B0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fő 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2E3993-EA07-AE1A-0150-D0C5D73CC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Felhasználók kezelése</a:t>
            </a:r>
          </a:p>
          <a:p>
            <a:pPr lvl="1"/>
            <a:r>
              <a:rPr lang="hu-HU" dirty="0"/>
              <a:t>Regisztráció és adatok tárolása</a:t>
            </a:r>
          </a:p>
          <a:p>
            <a:pPr lvl="1"/>
            <a:r>
              <a:rPr lang="hu-HU" dirty="0"/>
              <a:t>Felhasználóhoz kötött adatok kezelése/tárolása</a:t>
            </a:r>
          </a:p>
          <a:p>
            <a:r>
              <a:rPr lang="hu-HU" dirty="0"/>
              <a:t>Kalóriaadatok kezelése</a:t>
            </a:r>
          </a:p>
          <a:p>
            <a:pPr lvl="1"/>
            <a:r>
              <a:rPr lang="hu-HU" dirty="0"/>
              <a:t>Ételek és kalóriák rögzítése</a:t>
            </a:r>
          </a:p>
          <a:p>
            <a:pPr lvl="1"/>
            <a:r>
              <a:rPr lang="hu-HU" dirty="0"/>
              <a:t>Napi összesített kalóriaérték számítása</a:t>
            </a:r>
          </a:p>
          <a:p>
            <a:pPr lvl="1"/>
            <a:r>
              <a:rPr lang="hu-HU" dirty="0"/>
              <a:t>Mozgás rögzítése és kalória leszámolása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20163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4A1CFE-0782-9172-C3BD-67554105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felépítése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598A2C-A1E5-D17C-3D85-1854F517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Relációs adatbázis</a:t>
            </a:r>
          </a:p>
          <a:p>
            <a:r>
              <a:rPr lang="hu-HU" dirty="0"/>
              <a:t>Táblák közötti kapcsolatok használata</a:t>
            </a:r>
          </a:p>
          <a:p>
            <a:r>
              <a:rPr lang="hu-HU" dirty="0"/>
              <a:t>Hatékony adatkezelés biztosítása</a:t>
            </a:r>
          </a:p>
          <a:p>
            <a:r>
              <a:rPr lang="hu-HU" dirty="0"/>
              <a:t>Normalizált szerkezet</a:t>
            </a:r>
          </a:p>
          <a:p>
            <a:r>
              <a:rPr lang="hu-HU" dirty="0"/>
              <a:t>Adatismétlés minimalizálása</a:t>
            </a:r>
          </a:p>
          <a:p>
            <a:r>
              <a:rPr lang="hu-HU" dirty="0"/>
              <a:t>Átlátható struktúra</a:t>
            </a:r>
          </a:p>
        </p:txBody>
      </p:sp>
    </p:spTree>
    <p:extLst>
      <p:ext uri="{BB962C8B-B14F-4D97-AF65-F5344CB8AC3E}">
        <p14:creationId xmlns:p14="http://schemas.microsoft.com/office/powerpoint/2010/main" val="110364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7785E4-8CB0-BA4F-0D82-2B28E861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táblák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E1E40E-5BE1-B6FD-1095-9B02F3018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Felhasználói adatok</a:t>
            </a:r>
          </a:p>
          <a:p>
            <a:pPr lvl="1"/>
            <a:r>
              <a:rPr lang="hu-HU" dirty="0" err="1"/>
              <a:t>users</a:t>
            </a:r>
            <a:r>
              <a:rPr lang="hu-HU" dirty="0"/>
              <a:t> – alapadatok</a:t>
            </a:r>
          </a:p>
          <a:p>
            <a:pPr lvl="1"/>
            <a:r>
              <a:rPr lang="hu-HU" dirty="0" err="1"/>
              <a:t>personalData</a:t>
            </a:r>
            <a:r>
              <a:rPr lang="hu-HU" dirty="0"/>
              <a:t> – érzékeny információk</a:t>
            </a:r>
          </a:p>
          <a:p>
            <a:pPr lvl="1"/>
            <a:r>
              <a:rPr lang="hu-HU" dirty="0" err="1"/>
              <a:t>weightLog</a:t>
            </a:r>
            <a:r>
              <a:rPr lang="hu-HU" dirty="0"/>
              <a:t> – a felhasználó jelenlegi rögzített súlyát rögzíti dátummal</a:t>
            </a:r>
          </a:p>
          <a:p>
            <a:r>
              <a:rPr lang="hu-HU" dirty="0"/>
              <a:t>Étkezési adatok</a:t>
            </a:r>
          </a:p>
          <a:p>
            <a:pPr lvl="1"/>
            <a:r>
              <a:rPr lang="hu-HU" dirty="0" err="1"/>
              <a:t>foods</a:t>
            </a:r>
            <a:r>
              <a:rPr lang="hu-HU" dirty="0"/>
              <a:t> – ételek és kalóriák, elmentett ételek</a:t>
            </a:r>
          </a:p>
          <a:p>
            <a:pPr lvl="1"/>
            <a:r>
              <a:rPr lang="hu-HU" dirty="0" err="1"/>
              <a:t>foogLog</a:t>
            </a:r>
            <a:r>
              <a:rPr lang="hu-HU" dirty="0"/>
              <a:t> – elfogyasztott ételek</a:t>
            </a:r>
          </a:p>
          <a:p>
            <a:pPr lvl="1"/>
            <a:r>
              <a:rPr lang="hu-HU" dirty="0" err="1"/>
              <a:t>dailyCalories</a:t>
            </a:r>
            <a:r>
              <a:rPr lang="hu-HU" dirty="0"/>
              <a:t> – napi kalória és makrók összesítése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441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6BC242-10E8-0D91-8E34-3A917D452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Fejlesztési folyamat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33FA48-F066-053F-9E8B-647FEF2A2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Tervezés</a:t>
            </a:r>
          </a:p>
          <a:p>
            <a:pPr lvl="1"/>
            <a:r>
              <a:rPr lang="hu-HU" dirty="0"/>
              <a:t>Project struktúra kialakítása</a:t>
            </a:r>
          </a:p>
          <a:p>
            <a:pPr lvl="1"/>
            <a:r>
              <a:rPr lang="hu-HU" dirty="0"/>
              <a:t>Adatbázis tökéletesítése</a:t>
            </a:r>
          </a:p>
          <a:p>
            <a:r>
              <a:rPr lang="hu-HU" dirty="0"/>
              <a:t>Megvalósítás</a:t>
            </a:r>
          </a:p>
          <a:p>
            <a:pPr lvl="1"/>
            <a:r>
              <a:rPr lang="hu-HU" dirty="0"/>
              <a:t>Backend fejlesztése</a:t>
            </a:r>
          </a:p>
          <a:p>
            <a:pPr lvl="1"/>
            <a:r>
              <a:rPr lang="hu-HU" dirty="0"/>
              <a:t>Adatbázis megcsinálása</a:t>
            </a:r>
          </a:p>
          <a:p>
            <a:pPr lvl="1"/>
            <a:r>
              <a:rPr lang="hu-HU" dirty="0"/>
              <a:t>Tesztelés és hibajavítás</a:t>
            </a:r>
          </a:p>
        </p:txBody>
      </p:sp>
    </p:spTree>
    <p:extLst>
      <p:ext uri="{BB962C8B-B14F-4D97-AF65-F5344CB8AC3E}">
        <p14:creationId xmlns:p14="http://schemas.microsoft.com/office/powerpoint/2010/main" val="1580309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BC05C5-9E49-5B13-3445-18603143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További fejlesztési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2391C4-9924-7941-17F9-822E91456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Felhasználói élmény javítása</a:t>
            </a:r>
          </a:p>
          <a:p>
            <a:pPr lvl="1"/>
            <a:r>
              <a:rPr lang="hu-HU" dirty="0" err="1"/>
              <a:t>React</a:t>
            </a:r>
            <a:r>
              <a:rPr lang="hu-HU" dirty="0"/>
              <a:t> alapú grafikus felület</a:t>
            </a:r>
          </a:p>
          <a:p>
            <a:pPr lvl="1"/>
            <a:r>
              <a:rPr lang="hu-HU" dirty="0"/>
              <a:t>Mobilbarát megjelenés</a:t>
            </a:r>
          </a:p>
          <a:p>
            <a:r>
              <a:rPr lang="hu-HU" dirty="0"/>
              <a:t>Elemzések és statisztikák</a:t>
            </a:r>
          </a:p>
          <a:p>
            <a:pPr lvl="1"/>
            <a:r>
              <a:rPr lang="hu-HU" dirty="0"/>
              <a:t>Grafikonos kimutatások</a:t>
            </a:r>
          </a:p>
          <a:p>
            <a:pPr lvl="1"/>
            <a:r>
              <a:rPr lang="hu-HU" dirty="0"/>
              <a:t>Felhasználói célok kezelése</a:t>
            </a:r>
          </a:p>
        </p:txBody>
      </p:sp>
    </p:spTree>
    <p:extLst>
      <p:ext uri="{BB962C8B-B14F-4D97-AF65-F5344CB8AC3E}">
        <p14:creationId xmlns:p14="http://schemas.microsoft.com/office/powerpoint/2010/main" val="1040282333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238</Words>
  <Application>Microsoft Office PowerPoint</Application>
  <PresentationFormat>Szélesvásznú</PresentationFormat>
  <Paragraphs>70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AvenirNext LT Pro Medium</vt:lpstr>
      <vt:lpstr>BlockprintVTI</vt:lpstr>
      <vt:lpstr>FitApp – Kalóriaszámláló alkalmazás</vt:lpstr>
      <vt:lpstr>Project célja</vt:lpstr>
      <vt:lpstr>Az alkalmazás alapötlete</vt:lpstr>
      <vt:lpstr>Project jelenlegi állapota</vt:lpstr>
      <vt:lpstr>Felhasznált technológiák</vt:lpstr>
      <vt:lpstr>Backend fő funkciói</vt:lpstr>
      <vt:lpstr>Adatbázis felépítése</vt:lpstr>
      <vt:lpstr>Adatbázis táblák</vt:lpstr>
      <vt:lpstr>Fejlesztési folyamat</vt:lpstr>
      <vt:lpstr>További fejlesztési lehetőségek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Milla Kónya</dc:creator>
  <cp:lastModifiedBy>Milla Kónya</cp:lastModifiedBy>
  <cp:revision>1</cp:revision>
  <dcterms:created xsi:type="dcterms:W3CDTF">2026-02-12T18:09:28Z</dcterms:created>
  <dcterms:modified xsi:type="dcterms:W3CDTF">2026-02-12T18:48:07Z</dcterms:modified>
</cp:coreProperties>
</file>