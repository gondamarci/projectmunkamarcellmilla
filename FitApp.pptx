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8" d="100"/>
          <a:sy n="158" d="100"/>
        </p:scale>
        <p:origin x="1076" y="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rPr lang="hu-HU" dirty="0" err="1"/>
              <a:t>FitApp</a:t>
            </a:r>
            <a:r>
              <a:rPr lang="hu-HU" dirty="0"/>
              <a:t> – Kalóriaszámláló alkalmazás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hu-HU" sz="2000" dirty="0"/>
              <a:t>Projekt dokumentáció</a:t>
            </a:r>
          </a:p>
          <a:p>
            <a:r>
              <a:rPr lang="hu-HU" sz="2000" dirty="0"/>
              <a:t>Gonda Marcell László • Kónya Milla</a:t>
            </a:r>
            <a:endParaRPr lang="hu-HU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rPr lang="hu-HU" dirty="0"/>
              <a:t>Projekt célja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Egészségtudatos életmód támogatása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A felhasználók jobban </a:t>
            </a:r>
            <a:r>
              <a:rPr lang="hu-HU" dirty="0" err="1"/>
              <a:t>átlássák</a:t>
            </a:r>
            <a:r>
              <a:rPr lang="hu-HU" dirty="0"/>
              <a:t> napi étkezéseiket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Segítség a tudatos kalóriabevitelhez</a:t>
            </a:r>
          </a:p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Kalóriák nyomon követése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Elfogyasztott ételek rögzítése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Automatikus napi összesítés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t>Az alkalmazás alapötlete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 smtClean="0"/>
              <a:t>Ételek rögzítése</a:t>
            </a:r>
            <a:endParaRPr dirty="0"/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Felhasználó kiválasztja az elfogyasztott ételt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Az alkalmazás eltárolja az adatokat</a:t>
            </a:r>
          </a:p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Kalóriaérték megjelenítése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Minden ételhez tartozik egy kalóriaérték és </a:t>
            </a:r>
            <a:r>
              <a:rPr lang="hu-HU" dirty="0" smtClean="0"/>
              <a:t>makrók</a:t>
            </a:r>
            <a:endParaRPr lang="hu-HU" dirty="0"/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Ez segíti az átláthatóságot</a:t>
            </a:r>
            <a:endParaRPr lang="hu-HU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t>Projekt jelenlegi állapota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Backend elkészült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Adatkezelés és üzleti logika működik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Adatbázis terve kész van</a:t>
            </a:r>
          </a:p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Frontend fejlesztés később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Jelenleg nincs grafikus felület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/>
              <a:t>React</a:t>
            </a:r>
            <a:r>
              <a:rPr lang="hu-HU" dirty="0"/>
              <a:t> alapú megoldás van tervben</a:t>
            </a:r>
            <a:endParaRPr lang="hu-HU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t>Felhasznált technológiák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Backend technológiák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C# a szerveroldali logikához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/>
              <a:t>Laravel</a:t>
            </a:r>
            <a:r>
              <a:rPr lang="hu-HU" dirty="0"/>
              <a:t> az API-k kialakításához</a:t>
            </a:r>
          </a:p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Frontend technológiák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JavaScript az API kommunikációhoz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/>
              <a:t>React</a:t>
            </a:r>
            <a:r>
              <a:rPr lang="hu-HU" dirty="0"/>
              <a:t> a későbbi felülethez</a:t>
            </a:r>
            <a:endParaRPr lang="hu-H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t>Backend fő funkciói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Felhasználók kezelése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Regisztráció és adatok tárolása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Felhasználóhoz kötött adatok kezelése/tárolása</a:t>
            </a:r>
          </a:p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Kalóriaadatok kezelése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Ételek és kalóriák rögzítése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Napi összesített </a:t>
            </a:r>
            <a:r>
              <a:rPr lang="hu-HU" dirty="0" smtClean="0"/>
              <a:t>kalóriaérték számítása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smtClean="0"/>
              <a:t>Mozgás rögzítése és kalória leszámolása</a:t>
            </a:r>
          </a:p>
          <a:p>
            <a:pPr marL="3657600" lvl="8" indent="0">
              <a:buNone/>
              <a:defRPr sz="1800">
                <a:solidFill>
                  <a:srgbClr val="3C3C5A"/>
                </a:solidFill>
              </a:defRPr>
            </a:pPr>
            <a:endParaRPr lang="hu-HU" dirty="0" smtClean="0"/>
          </a:p>
          <a:p>
            <a:pPr marL="457200" lvl="1" indent="0">
              <a:buNone/>
              <a:defRPr sz="1800">
                <a:solidFill>
                  <a:srgbClr val="3C3C5A"/>
                </a:solidFill>
              </a:defRPr>
            </a:pPr>
            <a:endParaRPr lang="hu-HU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t>Adatbázis felépítése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Relációs adatbázis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Táblák közötti kapcsolatok használata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Hatékony adatkezelés biztosítása</a:t>
            </a:r>
          </a:p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Normalizált szerkezet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Adatismétlés minimalizálása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Átlátható </a:t>
            </a:r>
            <a:r>
              <a:rPr lang="hu-HU" dirty="0" smtClean="0"/>
              <a:t>struktúra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t>Adatbázis táblák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Felhasználói adatok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/>
              <a:t>users</a:t>
            </a:r>
            <a:r>
              <a:rPr lang="hu-HU" dirty="0"/>
              <a:t> </a:t>
            </a:r>
            <a:r>
              <a:rPr lang="hu-HU" dirty="0" smtClean="0"/>
              <a:t>- </a:t>
            </a:r>
            <a:r>
              <a:rPr lang="hu-HU" dirty="0"/>
              <a:t>alapadatok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/>
              <a:t>personalData</a:t>
            </a:r>
            <a:r>
              <a:rPr lang="hu-HU" dirty="0"/>
              <a:t> </a:t>
            </a:r>
            <a:r>
              <a:rPr lang="hu-HU" dirty="0" smtClean="0"/>
              <a:t>- </a:t>
            </a:r>
            <a:r>
              <a:rPr lang="hu-HU" dirty="0"/>
              <a:t>érzékeny </a:t>
            </a:r>
            <a:r>
              <a:rPr lang="hu-HU" dirty="0" smtClean="0"/>
              <a:t>információk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 smtClean="0"/>
              <a:t>weightLog</a:t>
            </a:r>
            <a:r>
              <a:rPr lang="hu-HU" dirty="0"/>
              <a:t> </a:t>
            </a:r>
            <a:r>
              <a:rPr lang="hu-HU" dirty="0" smtClean="0"/>
              <a:t>– A felhasználó jelenlegi testsúlyát rögzíti dátummal</a:t>
            </a:r>
            <a:endParaRPr lang="hu-HU" dirty="0"/>
          </a:p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Étkezési adatok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/>
              <a:t>foods</a:t>
            </a:r>
            <a:r>
              <a:rPr lang="hu-HU" dirty="0"/>
              <a:t> </a:t>
            </a:r>
            <a:r>
              <a:rPr lang="hu-HU" dirty="0" smtClean="0"/>
              <a:t>- ételek </a:t>
            </a:r>
            <a:r>
              <a:rPr lang="hu-HU" dirty="0"/>
              <a:t>és </a:t>
            </a:r>
            <a:r>
              <a:rPr lang="hu-HU" dirty="0" smtClean="0"/>
              <a:t>kalóriák, elmentett ételek</a:t>
            </a:r>
            <a:endParaRPr lang="hu-HU" dirty="0"/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/>
              <a:t>foodLog</a:t>
            </a:r>
            <a:r>
              <a:rPr lang="hu-HU" dirty="0"/>
              <a:t> </a:t>
            </a:r>
            <a:r>
              <a:rPr lang="hu-HU" dirty="0" smtClean="0"/>
              <a:t>- elfogyasztott ételek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 smtClean="0"/>
              <a:t>dailyCalories</a:t>
            </a:r>
            <a:r>
              <a:rPr lang="hu-HU" dirty="0" smtClean="0"/>
              <a:t> - napi kalória és makrók összegzése</a:t>
            </a:r>
            <a:endParaRPr lang="hu-HU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t>Fejlesztési folyamat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Tervezés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Projekt struktúra kialakítása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smtClean="0"/>
              <a:t>Adatbázis tökéletesítése</a:t>
            </a:r>
          </a:p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 smtClean="0"/>
              <a:t>Megvalósítás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smtClean="0"/>
              <a:t>Backend fejlesztése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smtClean="0"/>
              <a:t>Adatábázis megcsinálása</a:t>
            </a:r>
            <a:endParaRPr lang="hu-HU" dirty="0"/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Tesztelés és hibajavítás</a:t>
            </a:r>
            <a:endParaRPr lang="hu-HU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7030A0"/>
            </a:gs>
            <a:gs pos="0">
              <a:schemeClr val="tx2">
                <a:lumMod val="60000"/>
                <a:lumOff val="4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400" b="1">
                <a:solidFill>
                  <a:srgbClr val="5846B4"/>
                </a:solidFill>
              </a:defRPr>
            </a:pPr>
            <a:r>
              <a:t>Továbbfejlesztési lehetőségek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Felhasználói élmény javítása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 err="1"/>
              <a:t>React</a:t>
            </a:r>
            <a:r>
              <a:rPr lang="hu-HU" dirty="0"/>
              <a:t> alapú grafikus felület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Mobilbarát megjelenés</a:t>
            </a:r>
          </a:p>
          <a:p>
            <a:pPr>
              <a:defRPr sz="1800">
                <a:solidFill>
                  <a:srgbClr val="3C3C5A"/>
                </a:solidFill>
              </a:defRPr>
            </a:pPr>
            <a:r>
              <a:rPr lang="hu-HU" dirty="0"/>
              <a:t>Elemzések és statisztikák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Grafikonos kimutatások</a:t>
            </a:r>
          </a:p>
          <a:p>
            <a:pPr lvl="1">
              <a:defRPr sz="1800">
                <a:solidFill>
                  <a:srgbClr val="3C3C5A"/>
                </a:solidFill>
              </a:defRPr>
            </a:pPr>
            <a:r>
              <a:rPr lang="hu-HU" dirty="0"/>
              <a:t>Felhasználói célok kezelése</a:t>
            </a:r>
            <a:endParaRPr lang="hu-HU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233</Words>
  <Application>Microsoft Office PowerPoint</Application>
  <PresentationFormat>Diavetítés a képernyőre (4:3 oldalarány)</PresentationFormat>
  <Paragraphs>70</Paragraphs>
  <Slides>10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FitApp – Kalóriaszámláló alkalmazás</vt:lpstr>
      <vt:lpstr>Projekt célja</vt:lpstr>
      <vt:lpstr>Az alkalmazás alapötlete</vt:lpstr>
      <vt:lpstr>Projekt jelenlegi állapota</vt:lpstr>
      <vt:lpstr>Felhasznált technológiák</vt:lpstr>
      <vt:lpstr>Backend fő funkciói</vt:lpstr>
      <vt:lpstr>Adatbázis felépítése</vt:lpstr>
      <vt:lpstr>Adatbázis táblák</vt:lpstr>
      <vt:lpstr>Fejlesztési folyamat</vt:lpstr>
      <vt:lpstr>Továbbfejlesztési lehetőségek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FitApp – Kalóriaszámláló alkalmazás</dc:title>
  <dc:subject/>
  <dc:creator/>
  <cp:keywords/>
  <dc:description>generated using python-pptx</dc:description>
  <cp:lastModifiedBy>User</cp:lastModifiedBy>
  <cp:revision>15</cp:revision>
  <dcterms:created xsi:type="dcterms:W3CDTF">2013-01-27T09:14:16Z</dcterms:created>
  <dcterms:modified xsi:type="dcterms:W3CDTF">2026-01-05T12:52:42Z</dcterms:modified>
  <cp:category/>
</cp:coreProperties>
</file>